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当记忆库压缩改变工业报警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C9D3E6"/>
                </a:solidFill>
                <a:latin typeface="微软雅黑"/>
                <a:ea typeface="微软雅黑"/>
              </a:rPr>
              <a:t>When Memory Compression Changes Industrial Alarms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C9D3E6"/>
                </a:solidFill>
                <a:latin typeface="微软雅黑"/>
                <a:ea typeface="微软雅黑"/>
              </a:rPr>
              <a:t>决策保持的边缘筛查及其在外观变化下的代价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348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第一阶段汇报 ｜ Phase 0–1 完成 + Phase 3 模拟预演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3E6"/>
                </a:solidFill>
                <a:latin typeface="微软雅黑"/>
                <a:ea typeface="微软雅黑"/>
              </a:rPr>
              <a:t>汇报人：吴源泰　　日期：2026-10-11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3E6"/>
                </a:solidFill>
                <a:latin typeface="微软雅黑"/>
                <a:ea typeface="微软雅黑"/>
              </a:rPr>
              <a:t>代码与证据：github.com/CAPOOCATXP/research01（commit 6cc5e3d 起）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一页看懂：研究问题与边界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F3864"/>
                </a:solidFill>
                <a:latin typeface="微软雅黑"/>
                <a:ea typeface="微软雅黑"/>
              </a:rPr>
              <a:t>问题：库被压缩后，同一阈值下的「报警 / 不报警」还一样吗？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404040"/>
                </a:solidFill>
                <a:latin typeface="微软雅黑"/>
                <a:ea typeface="微软雅黑"/>
              </a:rPr>
              <a:t>▪ 固定：编码器、预处理、图像分数聚合、阈值 t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▪ 改变：参考库大小（1/5/10/25%）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▪ 允许：不确定就「升级查询」，绝不允许把不确定判成正常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▪ 度量：二元决策分歧（多报 / 漏报）＋升级代价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691640"/>
            <a:ext cx="5349240" cy="4114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三条研究问题（本阶段可答的部分）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24028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404040"/>
                </a:solidFill>
                <a:latin typeface="微软雅黑"/>
                <a:ea typeface="微软雅黑"/>
              </a:rPr>
              <a:t>▪ RQ1 压缩在什么条件下改变报警？重校准能救回多少？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▪ RQ2 区间筛查 + 精确回退，能否保持决策一致？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▪ RQ3 逐 cell 半径够不够？不够就是「升级代价」问题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8064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0000"/>
                </a:solidFill>
                <a:latin typeface="微软雅黑"/>
                <a:ea typeface="微软雅黑"/>
              </a:rPr>
              <a:t>不做：YOLO 剪枝 / 扩散增强 / 多模态融合 / 任何油气现场部署主张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55664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09090"/>
                </a:solidFill>
                <a:latin typeface="微软雅黑"/>
                <a:ea typeface="微软雅黑"/>
              </a:rPr>
              <a:t>依据：研究计划 A3（工作方向）、A7（缺口验证）、A8（最小方法）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5566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09090"/>
                </a:solidFill>
                <a:latin typeface="微软雅黑"/>
                <a:ea typeface="微软雅黑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进度：计划书的 Phase 0–9，现在走到哪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55678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3179"/>
                <a:gridCol w="1085951"/>
                <a:gridCol w="1875733"/>
                <a:gridCol w="6120815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计划周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状态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已交付 / 说明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Phase 0 环境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W1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完成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两个 conda 环境、GPU 冒烟、源码锚定、显存上限实测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Phase 1 学习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W1–W2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完成（笔记待你补）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六篇精读提纲 + 三角不等式三例 + 五个未决问题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Phase 3 缺口验证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W3–W4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模拟预演已跑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MVTec 未获批 → 用机制模拟先验证设计与边界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Phase 2 复现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W2–W3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阻塞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需 MVTec AD；环境与 CLI 已就绪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Phase 4–9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W4–W10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未开始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依 Phase 2/3 结果而定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709160"/>
            <a:ext cx="11155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F3864"/>
                </a:solidFill>
                <a:latin typeface="微软雅黑"/>
                <a:ea typeface="微软雅黑"/>
              </a:rPr>
              <a:t>关键判断：Phase 0 的产出是「可信的测量能力」，不是「研究结论」。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F3864"/>
                </a:solidFill>
                <a:latin typeface="微软雅黑"/>
                <a:ea typeface="微软雅黑"/>
              </a:rPr>
              <a:t>唯一系统性阻塞是 MVTec AD 的官网登记；Phase 3 的模拟预演是在授权下做的替代验证。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09090"/>
                </a:solidFill>
                <a:latin typeface="微软雅黑"/>
                <a:ea typeface="微软雅黑"/>
              </a:rPr>
              <a:t>证据：week1/W1_EVIDENCE.md、week1/environment.md、logs/anchors_latest.json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5566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09090"/>
                </a:solidFill>
                <a:latin typeface="微软雅黑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Phase 0-① 环境隔离：两个仓库的依赖互斥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08080"/>
                </a:solidFill>
                <a:latin typeface="微软雅黑"/>
                <a:ea typeface="微软雅黑"/>
              </a:rPr>
              <a:t>为什么要两个环境——不是洁癖，是硬冲突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11155677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7337"/>
                <a:gridCol w="1593668"/>
                <a:gridCol w="1294855"/>
                <a:gridCol w="1394460"/>
                <a:gridCol w="2390502"/>
                <a:gridCol w="1294855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conda 环境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python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numpy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opencv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torch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pip check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adedge-patchcore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3.10.22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2.2.6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5.0.0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2.6.0+cu124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干净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adedge-anomalydino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3.10.22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1.26.4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4.10.0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2.6.0+cu124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干净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260604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04040"/>
                </a:solidFill>
                <a:latin typeface="微软雅黑"/>
                <a:ea typeface="微软雅黑"/>
              </a:rPr>
              <a:t>▪ 冲突一：AnomalyDINO 的 requirements 写死 numpy==1.26（“numpy 2.0 not compatible”）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</a:rPr>
              <a:t>▪ 冲突二：只钉 numpy 不够——opencv-python 5.x 要求 numpy≥2；降 opencv 到 4.14 又把 numpy 拉回 2.2.6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</a:rPr>
              <a:t>▪ 结论：必须同时钉 numpy==1.26.4 + opencv-python==4.10.0.84，因此必须两个环境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</a:rPr>
              <a:t>▪ 验收：GPU 冒烟真跑卷积前向+反向（不是只看 is_available）；两个环境各自 pip check 干净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09090"/>
                </a:solidFill>
                <a:latin typeface="微软雅黑"/>
                <a:ea typeface="微软雅黑"/>
              </a:rPr>
              <a:t>证据：logs/pip_freeze_*.txt、logs/env_*.json；冒烟峰值 70 MiB，sm_89 正常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09090"/>
                </a:solidFill>
                <a:latin typeface="微软雅黑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Phase 0-② 源码锚定：git clone 在这台机器上是坏的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08080"/>
                </a:solidFill>
                <a:latin typeface="微软雅黑"/>
                <a:ea typeface="微软雅黑"/>
              </a:rPr>
              <a:t>发现 → 绕行 → 建立更硬的锚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1115568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023360"/>
                <a:gridCol w="128016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来源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commit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文件数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树指纹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patchcore-inspection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fcaa92f1…（2023-03-06）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401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419fbc57…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AnomalyDINO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b9d1c264…（2025-12-17）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14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d23f5352…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mvtec 官方评测码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公开直链（2022-10-13）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11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74059be4…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2788920"/>
            <a:ext cx="11155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04040"/>
                </a:solidFill>
                <a:latin typeface="微软雅黑"/>
                <a:ea typeface="微软雅黑"/>
              </a:rPr>
              <a:t>▪ 现象：git ls-remote 1 秒返回，但 git clone 卡在 pack 传输（试了 5 种参数组合）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</a:rPr>
              <a:t>▪ 绕行：codeload ZIP + 把 commit SHA 钉进 URL，2.3 MB / 1–2 秒完成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</a:rPr>
              <a:t>▪ 更硬的锚：树指纹（所有文件 sha256 排序后再哈希）——它校验的是磁盘上真实的字节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</a:rPr>
              <a:t>▪ 副作用：没有 git 历史 → 补丁改用 git diff --no-index，已写进方法学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09090"/>
                </a:solidFill>
                <a:latin typeface="微软雅黑"/>
                <a:ea typeface="微软雅黑"/>
              </a:rPr>
              <a:t>证据：logs/anchors_latest.json、scripts/fetch_sources.ps1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09090"/>
                </a:solidFill>
                <a:latin typeface="微软雅黑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Phase 0-③ 显存上限：一次「测法错误」的完整记录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08080"/>
                </a:solidFill>
                <a:latin typeface="微软雅黑"/>
                <a:ea typeface="微软雅黑"/>
              </a:rPr>
              <a:t>不 OOM ≠ 没溢出（本周最有价值的方法学发现）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6766558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066"/>
                <a:gridCol w="1085991"/>
                <a:gridCol w="1336604"/>
                <a:gridCol w="1420142"/>
                <a:gridCol w="1670755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分辨率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安全 batch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峰值显存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占 8187 MiB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溢出起点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256×256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256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3787 MiB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46.3%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未观测到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384×384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192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6215 MiB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75.9%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256（100.1%）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512×512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112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6435 MiB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78.6%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160（110.8%）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543800" y="1417320"/>
            <a:ext cx="4160520" cy="2743200"/>
          </a:xfrm>
          <a:prstGeom prst="rect">
            <a:avLst/>
          </a:prstGeom>
          <a:solidFill>
            <a:srgbClr val="FF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536192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错误测法演示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874519"/>
            <a:ext cx="38404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512px / batch 192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峰值 10835 MiB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而物理显存只有 8187 MiB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→ Windows 驱动允许溢出到主机内存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→ 不报错，只是慢 20 倍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   （71.7 s vs 3.7 s）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34340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04040"/>
                </a:solidFill>
                <a:latin typeface="微软雅黑"/>
                <a:ea typeface="微软雅黑"/>
              </a:rPr>
              <a:t>▪ 修正后的判据：安全上限 = 峰值 ≤ 80% 物理显存；溢出警戒 = 峰值 &gt; 100%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</a:rPr>
              <a:t>▪ 若按第一版测法设定 batch，第 7 周会得到「在主机内存里跑」的时延，且表面完全看不出来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55664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09090"/>
                </a:solidFill>
                <a:latin typeface="微软雅黑"/>
                <a:ea typeface="微软雅黑"/>
              </a:rPr>
              <a:t>证据：logs/w1_vram_limit.json、project/src/w1_vram_limit.py；功耗档 80 W（Default 55 W）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5566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09090"/>
                </a:solidFill>
                <a:latin typeface="微软雅黑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Phase 0-④ A14-3：六向量 / 两中心的边界手算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08080"/>
                </a:solidFill>
                <a:latin typeface="微软雅黑"/>
                <a:ea typeface="微软雅黑"/>
              </a:rPr>
              <a:t>L(q) ≤ s_M(q) ≤ U(q)，含阈值并列与升级情形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6949437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503"/>
                <a:gridCol w="896701"/>
                <a:gridCol w="821976"/>
                <a:gridCol w="821976"/>
                <a:gridCol w="971427"/>
                <a:gridCol w="1942854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查询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s_M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U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真值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筛查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q1 (0.5,0)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0.500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0.500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normal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本地判 normal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q2 (0,10)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9.000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8.000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10.000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alarm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本地判 alarm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q3 (3,0)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1.000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1.000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3.000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normal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升级 → normal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q4 (0,3)</a:t>
                      </a:r>
                    </a:p>
                  </a:txBody>
                  <a:tcPr anchor="ctr" marT="20000" marB="20000">
                    <a:solidFill>
                      <a:srgbClr val="FF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2.000</a:t>
                      </a:r>
                    </a:p>
                  </a:txBody>
                  <a:tcPr anchor="ctr" marT="20000" marB="20000">
                    <a:solidFill>
                      <a:srgbClr val="FF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1.000</a:t>
                      </a:r>
                    </a:p>
                  </a:txBody>
                  <a:tcPr anchor="ctr" marT="20000" marB="20000">
                    <a:solidFill>
                      <a:srgbClr val="FF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3.000</a:t>
                      </a:r>
                    </a:p>
                  </a:txBody>
                  <a:tcPr anchor="ctr" marT="20000" marB="20000">
                    <a:solidFill>
                      <a:srgbClr val="FF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alarm</a:t>
                      </a:r>
                    </a:p>
                  </a:txBody>
                  <a:tcPr anchor="ctr" marT="20000" marB="20000">
                    <a:solidFill>
                      <a:srgbClr val="FF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升级 → alarm</a:t>
                      </a:r>
                    </a:p>
                  </a:txBody>
                  <a:tcPr anchor="ctr" marT="20000" marB="20000">
                    <a:solidFill>
                      <a:srgbClr val="FF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q5 (2,1.5)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1.500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0.500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2.500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normal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升级（s = t 并列）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26679" y="1417320"/>
            <a:ext cx="3977639" cy="3291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53619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三角不等式的平实解释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1901952"/>
            <a:ext cx="3657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d(q,c) ≤ d(q,m) + d(m,c)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⟹ d(q,c) − d(m,c) ≤ d(q,m)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cell 内所有 m 都满足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d(m,c) ≤ r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⟹ d(q,c) − r 是「到本 cell 任意参考点」的下界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⟹ d(q,c) 本身是上界（中心也是参考点）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92040"/>
            <a:ext cx="11155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F3864"/>
                </a:solidFill>
                <a:latin typeface="微软雅黑"/>
                <a:ea typeface="微软雅黑"/>
              </a:rPr>
              <a:t>结果：区间违规 0，本地已解决项与真值不一致 0，本地解决 2/5。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F3864"/>
                </a:solidFill>
                <a:latin typeface="微软雅黑"/>
                <a:ea typeface="微软雅黑"/>
              </a:rPr>
              <a:t>q4 是关键：它在覆盖球外、真值却是 alarm —— 「离中心近就当正常」这种启发式会误判。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55664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09090"/>
                </a:solidFill>
                <a:latin typeface="微软雅黑"/>
                <a:ea typeface="微软雅黑"/>
              </a:rPr>
              <a:t>证据：project/src/w1_bounds_example.py、reports/figures/figure_2_*.png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5566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09090"/>
                </a:solidFill>
                <a:latin typeface="微软雅黑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Phase 0-⑤ 数值契约：三条会影响后面所有结论的实测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08080"/>
                </a:solidFill>
                <a:latin typeface="微软雅黑"/>
                <a:ea typeface="微软雅黑"/>
              </a:rPr>
              <a:t>这些数字决定了第 4–6 周的证明能用什么、不能用什么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111556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1828800"/>
                <a:gridCol w="45720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实测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含义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整块物化 (512×20000×384) float64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29.3 GiB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本机 32 GB 内存不可行 → 分块是必需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块大小写死 bs=256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单块 14.6 GiB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第一次侥幸跑通、第二次 OOM → 结论作废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GPU(float32) vs CPU 最近距离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2.38e-07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比 float64 的 1e-9 容差大两个数量级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52044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04040"/>
                </a:solidFill>
                <a:latin typeface="微软雅黑"/>
                <a:ea typeface="微软雅黑"/>
              </a:rPr>
              <a:t>▪ 分块按内存预算反推（2 GiB → 上限 34），块大小不影响结果（差 0.00e+00），只影响速度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</a:rPr>
              <a:t>▪ float32 路径的区间保护量必须按路径取（建议 ≥1e-6），否则浮点噪声会被误判成「区间违规」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</a:rPr>
              <a:t>▪ GPU 加速比两次跑出 7.4× 与 3.2× → 负载相关，第 7 周必须在固定功耗档、空载下重测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</a:rPr>
              <a:t>▪ 教训：一次跑通 ≠ 可复现；靠当时机器状态才成立的数字不能进结论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09090"/>
                </a:solidFill>
                <a:latin typeface="微软雅黑"/>
                <a:ea typeface="微软雅黑"/>
              </a:rPr>
              <a:t>证据：project/src/w1_distance_checks.py、logs/w1_distance_checks*.log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09090"/>
                </a:solidFill>
                <a:latin typeface="微软雅黑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Phase 1 学习：六篇必读，各自的「可迁移结论」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71600"/>
          <a:ext cx="1115568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754880"/>
                <a:gridCol w="438912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论文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方法一句话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对本项目的作用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R7 覆盖树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球内含参考点 ⇒ 距离下界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区间论证的几何地基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R1 PatchCore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核心集 10% + 最近邻 + 最大分数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基线；压缩动作的来源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R2 AnomalyDINO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冻结 DINOv2，免训练，小样本 SOTA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第二基线；top-tail 平均需单独审计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R3 EfficientAD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小学学习型检测器，&lt;1 ms 特征提取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效率对照；小库 ≠ 小模型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R4 MVTec AD 2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老基准饱和；光照变化 + 极小缺陷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主基准；为什么还要做这个题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R6 SPARC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≤8 张已验证正常图做闭式特征校正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位移对照；改特征 ≠ 保持一致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4892040"/>
            <a:ext cx="11155680" cy="1325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9834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3864"/>
                </a:solidFill>
                <a:latin typeface="微软雅黑"/>
                <a:ea typeface="微软雅黑"/>
              </a:rPr>
              <a:t>五个未决问题（下周逐个给答案）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285232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① 压缩在什么条件下越过阈值  ② 高维下半径有多大  ③ 换 top-k 平均后区间还成立吗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④ 200 张校准图的 5% 分位有多准  ⑤ 精确树的复杂度能不能直接比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09090"/>
                </a:solidFill>
                <a:latin typeface="微软雅黑"/>
                <a:ea typeface="微软雅黑"/>
              </a:rPr>
              <a:t>证据：literature/ABSTRACTS_ZH.pdf（摘要双语对照）、week1/W1_READING_NOTES.md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09090"/>
                </a:solidFill>
                <a:latin typeface="微软雅黑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Phase 3 预演：MVTec 未获批时的机制模拟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08080"/>
                </a:solidFill>
                <a:latin typeface="微软雅黑"/>
                <a:ea typeface="微软雅黑"/>
              </a:rPr>
              <a:t>先验证实验设计与边界，不冒充数据集结论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5394960" cy="4114800"/>
          </a:xfrm>
          <a:prstGeom prst="rect">
            <a:avLst/>
          </a:prstGeom>
          <a:solidFill>
            <a:srgbClr val="FF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声明（必须先说）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55648"/>
            <a:ext cx="50292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这不是 MVTec 结果。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· 三个「类别」是难度代理，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  不代表 bottle / tile / screw 的任何数值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· 不能写进论文的 Table 2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· 用途：验证实验设计、量级与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  失效模式，等数据到位后同代码复跑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32588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设定（尽量贴近真实，而不是随手编）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691640"/>
            <a:ext cx="5394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404040"/>
                </a:solidFill>
                <a:latin typeface="微软雅黑"/>
                <a:ea typeface="微软雅黑"/>
              </a:rPr>
              <a:t>▪ 名义维度 384，内在维 24（真实深度特征的有效维数常见 10–40）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▪ 全库 20000 个正常 patch；每图 64 个 patch（8×8）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▪ 缺陷 = 模式中心 + 单位方向 × 位移；位移按正常最近邻尺度 d0 的倍数给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▪ 阈值只用校准集正常图的 95 分位（名义 5% 误报），不读任何缺陷标签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▪ 压缩：贪心 k-中心，1/5/10/25%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▪ 三档难度：紧凑 / 中等 / 困难（sigma 与位移同时变化）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55664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09090"/>
                </a:solidFill>
                <a:latin typeface="微软雅黑"/>
                <a:ea typeface="微软雅黑"/>
              </a:rPr>
              <a:t>证据：scripts/sim_gap_pilot.py、logs/w2_sim_gap_pilot.json（seed=0，可逐位复现）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5566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09090"/>
                </a:solidFill>
                <a:latin typeface="微软雅黑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模拟结果 ①：压缩确实改变报警，重校准只能救回一部分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08080"/>
                </a:solidFill>
                <a:latin typeface="微软雅黑"/>
                <a:ea typeface="微软雅黑"/>
              </a:rPr>
              <a:t>固定阈值 vs 压缩库单独重校准（分歧 = 多报 + 漏报）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5567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8564"/>
                <a:gridCol w="1272138"/>
                <a:gridCol w="1174282"/>
                <a:gridCol w="1957136"/>
                <a:gridCol w="1859280"/>
                <a:gridCol w="1272138"/>
                <a:gridCol w="1272138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难度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压缩比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k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沿用原阈值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重校准后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FAR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召回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compact_tight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1%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200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46.2%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3.8%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100%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100%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compact_tight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10%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2,000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46.2%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4.5%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100%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100%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medium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1%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200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49.2%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9.5%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100%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100%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medium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10%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2,000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49.2%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8.5%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100%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100%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broad_hard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1%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200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71.8%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19.0%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100%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100%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broad_hard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10%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2,000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71.8%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15.2%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100%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100%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977639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404040"/>
                </a:solidFill>
                <a:latin typeface="微软雅黑"/>
                <a:ea typeface="微软雅黑"/>
              </a:rPr>
              <a:t>▪ 沿用原阈值：分歧 26–72%，几乎全是多报（压缩把整个分数分布系统性右移）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▪ 压缩库单独重校准后：残余分歧降到 2–19%，但困难区间仍有 12–19% → 重校准不能完全解决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▪ 全库本身的 FAR 是 7.5–10%（名义 5%）→ 200 张校准图估 5% 分位本就不准，印证 A7 的警告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▪ 结论：真正的战场是「重校准之后剩下的那段」——正是区间筛查要处理的部分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09090"/>
                </a:solidFill>
                <a:latin typeface="微软雅黑"/>
                <a:ea typeface="微软雅黑"/>
              </a:rPr>
              <a:t>机制模拟，非 MVTec 结果；evidence: logs/w2_sim_gap_pilot.json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09090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模拟结果 ②：区间筛查是对的，但代价随难度爆炸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08080"/>
                </a:solidFill>
                <a:latin typeface="微软雅黑"/>
                <a:ea typeface="微软雅黑"/>
              </a:rPr>
              <a:t>10% 库、逐 cell 半径；升级率是最关键的资源指标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8229598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5011"/>
                <a:gridCol w="1210235"/>
                <a:gridCol w="1371600"/>
                <a:gridCol w="1129552"/>
                <a:gridCol w="1371600"/>
                <a:gridCol w="137160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难度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升级率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本地解决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不一致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半径均值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半径 p95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compact_tight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56%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44%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2.85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3.22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medium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81%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19%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4.44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4.97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broad_hard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100%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0%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6.23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6.99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figure_4_sim_gap_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3154680"/>
            <a:ext cx="658368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87044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3864"/>
                </a:solidFill>
                <a:latin typeface="微软雅黑"/>
                <a:ea typeface="微软雅黑"/>
              </a:rPr>
              <a:t>升级率 56% → 81% → 100%；本地解决的决策与全库零不一致。结论：正确性没问题，问题是半径太大——正是计划书预言的失效模式。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09090"/>
                </a:solidFill>
                <a:latin typeface="微软雅黑"/>
                <a:ea typeface="微软雅黑"/>
              </a:rPr>
              <a:t>机制模拟，非 MVTec 结果；evidence: logs/w2_sim_gap_pilot.json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09090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本阶段结论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11155680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404040"/>
                </a:solidFill>
                <a:latin typeface="微软雅黑"/>
                <a:ea typeface="微软雅黑"/>
              </a:rPr>
              <a:t>▪ 环境与测量能力已可信：两个环境、GPU 冒烟、源码树指纹、显存安全上限，全部可复现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▪ 发现并修正了一个会污染所有时延结论的坑：「不 OOM ≠ 没溢出」，峰值可达物理显存的 175%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▪ 数值契约已固定：float64 用 1e-9、float32 路径必须放宽到 1e-6 量级，否则误判区间违规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▪ 模拟表明：压缩改变报警是系统性的（26–72% 多报），重校准后仍有 2–19% 残余分歧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▪ 区间筛查的正确性成立（0 不一致），但单级逐 cell 半径的升级代价过高（56–100%），这正是 RQ3 要解决的问题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0000"/>
                </a:solidFill>
                <a:latin typeface="微软雅黑"/>
                <a:ea typeface="微软雅黑"/>
              </a:rPr>
              <a:t>与计划书假设的关系：假设「压缩会改变近阈值报警」在模拟中成立；但「区间足以减少整库查询」在困难区间未成立。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09090"/>
                </a:solidFill>
                <a:latin typeface="微软雅黑"/>
                <a:ea typeface="微软雅黑"/>
              </a:rPr>
              <a:t>以上第 1–3 条为实测；第 4–5 条为机制模拟结论，需真实数据复核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09090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卡点与需要老师拍板的三件事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71600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743200"/>
                <a:gridCol w="4206240"/>
                <a:gridCol w="3657600"/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#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事项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现状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需要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MVTec AD / AD 2 登记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官网需填表，本机无法自行完成；未绕开登记用第三方镜像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请学校/导师名义登记，或明确授权某个镜像并约定记录方式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canonical 复现要不要做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当前是 py3.10 + torch 2.6；论文是 py3.8 + torch 1.x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是否另开 py3.8 + 原 pin 的 CPU 环境做「保真对照」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Gate 2 的 2 点 AUROC 容差口径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需事先声明，不能事后挑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按类别还是按均值？image AUROC 还是 pixel？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16636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0000"/>
                </a:solidFill>
                <a:latin typeface="微软雅黑"/>
                <a:ea typeface="微软雅黑"/>
              </a:rPr>
              <a:t>另外：MVTec AD 2 带私有测试服务器、没有可用镜像，必须走官方渠道 —— 这条不解决，Phase 7 的主基准无法开跑。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09090"/>
                </a:solidFill>
                <a:latin typeface="微软雅黑"/>
                <a:ea typeface="微软雅黑"/>
              </a:rPr>
              <a:t>详见 week1/W1_WEEKLY_REPORT.pdf 的 Blockers 一节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5566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09090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下周（Week 2）计划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71600"/>
          <a:ext cx="111556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4206240"/>
                <a:gridCol w="3291840"/>
                <a:gridCol w="10972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#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任务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交付物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预计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前置条件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真实三角色清单 + 互斥复查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9 个 CSV + 计数表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 h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数据到位即做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PatchCore 最小文档示例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配置、分数、patch map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 h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需数据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AnomalyDINO 1-shot 冒烟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逐种子日志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 h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需数据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权重 sha256（WRN-50 / DINOv2）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environment.md §3 补全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 h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可先做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run.json 模板 + 每次运行自动登记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模板 + 示例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 h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可先做</a:t>
                      </a:r>
                    </a:p>
                  </a:txBody>
                  <a:tcPr anchor="ctr" marT="20000" marB="2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阅读笔记定稿 + 口述讲解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 页笔记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 h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你本人</a:t>
                      </a:r>
                    </a:p>
                  </a:txBody>
                  <a:tcPr anchor="ctr" marT="20000" marB="200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074920"/>
            <a:ext cx="11155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3864"/>
                </a:solidFill>
                <a:latin typeface="微软雅黑"/>
                <a:ea typeface="微软雅黑"/>
              </a:rPr>
              <a:t>若数据仍未到位：先做 4、5 两项，并把 Phase 3 的模拟扩展到「多级半径」与「d_eff 扫描」，用模拟把 RQ3 的边界先摸清。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09090"/>
                </a:solidFill>
                <a:latin typeface="微软雅黑"/>
                <a:ea typeface="微软雅黑"/>
              </a:rPr>
              <a:t>汇报结束，请指正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5566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09090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